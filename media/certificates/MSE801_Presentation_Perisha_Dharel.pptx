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60" r:id="rId5"/>
    <p:sldId id="263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25C0F47-79CC-4371-8890-88D847A5CAC4}">
          <p14:sldIdLst>
            <p14:sldId id="256"/>
            <p14:sldId id="257"/>
            <p14:sldId id="258"/>
            <p14:sldId id="260"/>
            <p14:sldId id="263"/>
            <p14:sldId id="264"/>
          </p14:sldIdLst>
        </p14:section>
        <p14:section name="Untitled Section" id="{18B2B2D8-542C-44FA-9606-DB6AC66B3619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84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t>Perisha Dharel | 270629406</a:t>
            </a:r>
          </a:p>
          <a:p>
            <a:r>
              <a:t>MSE801 – Research Methodology</a:t>
            </a:r>
          </a:p>
          <a:p>
            <a:r>
              <a:t>Yoobee Colleges of Creative Innovation</a:t>
            </a:r>
          </a:p>
          <a:p>
            <a:r>
              <a:t>20 July 2025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Incorporating Ethical Considerations into the SDLC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89"/>
    </mc:Choice>
    <mc:Fallback>
      <p:transition spd="slow" advTm="84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458" y="274638"/>
            <a:ext cx="7772400" cy="1143000"/>
          </a:xfrm>
        </p:spPr>
        <p:txBody>
          <a:bodyPr/>
          <a:lstStyle/>
          <a:p>
            <a:r>
              <a:rPr dirty="0" smtClean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lang="en-US" dirty="0"/>
              <a:t>Software plays a vital role in society, making ethical </a:t>
            </a:r>
            <a:r>
              <a:rPr lang="en-US" dirty="0" smtClean="0"/>
              <a:t>design focused </a:t>
            </a:r>
            <a:r>
              <a:rPr lang="en-US" dirty="0"/>
              <a:t>on fairness, privacy, and </a:t>
            </a:r>
            <a:r>
              <a:rPr lang="en-US" dirty="0" smtClean="0"/>
              <a:t>accountability essential</a:t>
            </a:r>
            <a:r>
              <a:rPr lang="en-US" dirty="0"/>
              <a:t>. Frameworks like IEEE 7000™ and Value-Sensitive Design help embed ethics into the SDLC. This research explores how to integrate these into real-world development practices.</a:t>
            </a:r>
            <a:endParaRPr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915"/>
    </mc:Choice>
    <mc:Fallback>
      <p:transition spd="slow" advTm="209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Research Objectives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000"/>
            </a:pPr>
            <a:r>
              <a:rPr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Objectives: </a:t>
            </a:r>
            <a:endParaRPr lang="en-US" sz="4400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defRPr sz="2000"/>
            </a:pPr>
            <a:r>
              <a:rPr dirty="0" smtClean="0"/>
              <a:t>Identify </a:t>
            </a:r>
            <a:r>
              <a:rPr dirty="0"/>
              <a:t>key ethical risks, integrate frameworks.</a:t>
            </a:r>
          </a:p>
          <a:p>
            <a:pPr>
              <a:defRPr sz="2000"/>
            </a:pPr>
            <a:r>
              <a:rPr dirty="0"/>
              <a:t>Develop a flexible ethical SDLC model.</a:t>
            </a:r>
          </a:p>
          <a:p>
            <a:pPr marL="0" indent="0">
              <a:buNone/>
              <a:defRPr sz="2000"/>
            </a:pPr>
            <a:r>
              <a:rPr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Questions:</a:t>
            </a:r>
          </a:p>
          <a:p>
            <a:pPr marL="0" indent="0">
              <a:buNone/>
              <a:defRPr sz="2000"/>
            </a:pPr>
            <a:r>
              <a:rPr dirty="0"/>
              <a:t>1. How to integrate ethics in SDLC?</a:t>
            </a:r>
          </a:p>
          <a:p>
            <a:pPr marL="0" indent="0">
              <a:buNone/>
              <a:defRPr sz="2000"/>
            </a:pPr>
            <a:r>
              <a:rPr dirty="0"/>
              <a:t>2. Role of IEEE 7000™?</a:t>
            </a:r>
          </a:p>
          <a:p>
            <a:pPr marL="0" indent="0">
              <a:buNone/>
              <a:defRPr sz="2000"/>
            </a:pPr>
            <a:r>
              <a:rPr dirty="0"/>
              <a:t>3. Challenges in real-world settings?</a:t>
            </a:r>
          </a:p>
          <a:p>
            <a:pPr marL="0" indent="0">
              <a:buNone/>
              <a:defRPr sz="2000"/>
            </a:pPr>
            <a:r>
              <a:rPr dirty="0" smtClean="0"/>
              <a:t>4</a:t>
            </a:r>
            <a:r>
              <a:rPr dirty="0"/>
              <a:t>. How ethics improves trust?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314"/>
    </mc:Choice>
    <mc:Fallback>
      <p:transition spd="slow" advTm="243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Research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Qualitative design using interpretive paradigm.</a:t>
            </a:r>
          </a:p>
          <a:p>
            <a:pPr>
              <a:defRPr sz="2000"/>
            </a:pPr>
            <a:r>
              <a:rPr dirty="0"/>
              <a:t>Data from systematic literature review </a:t>
            </a:r>
            <a:r>
              <a:rPr lang="en-US" dirty="0" smtClean="0"/>
              <a:t>and </a:t>
            </a:r>
            <a:r>
              <a:rPr dirty="0" smtClean="0"/>
              <a:t> semi-structured </a:t>
            </a:r>
            <a:r>
              <a:rPr dirty="0"/>
              <a:t>interviews.</a:t>
            </a:r>
          </a:p>
          <a:p>
            <a:pPr>
              <a:defRPr sz="2000"/>
            </a:pPr>
            <a:r>
              <a:rPr dirty="0"/>
              <a:t>6-8 participants (developers, PMs, ethicists).</a:t>
            </a:r>
          </a:p>
          <a:p>
            <a:pPr>
              <a:defRPr sz="2000"/>
            </a:pPr>
            <a:r>
              <a:rPr dirty="0"/>
              <a:t>Analysis via thematic coding (Braun &amp; Clarke).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328"/>
    </mc:Choice>
    <mc:Fallback>
      <p:transition spd="slow" advTm="193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Ethics is often informal or sidelined in Agile/DevOps.</a:t>
            </a:r>
          </a:p>
          <a:p>
            <a:pPr>
              <a:defRPr sz="2000"/>
            </a:pPr>
            <a:r>
              <a:t>Tools lacking, ethics rarely embedded in workflow.</a:t>
            </a:r>
          </a:p>
          <a:p>
            <a:pPr>
              <a:defRPr sz="2000"/>
            </a:pPr>
            <a:r>
              <a:t>Need for training and leadership-driven culture.</a:t>
            </a:r>
          </a:p>
          <a:p>
            <a:pPr>
              <a:defRPr sz="2000"/>
            </a:pPr>
            <a:r>
              <a:t>Ethical reminders improve team reflection.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700"/>
    </mc:Choice>
    <mc:Fallback>
      <p:transition spd="slow" advTm="18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Ethical SDLC supports user trust, transparency, fairness.</a:t>
            </a:r>
          </a:p>
          <a:p>
            <a:pPr>
              <a:defRPr sz="2000"/>
            </a:pPr>
            <a:r>
              <a:rPr dirty="0"/>
              <a:t>Agile-compatible ethics models show promise.</a:t>
            </a:r>
          </a:p>
          <a:p>
            <a:pPr>
              <a:defRPr sz="2000"/>
            </a:pPr>
            <a:r>
              <a:rPr dirty="0"/>
              <a:t>More empirical studies needed (long-term, cross-cultural).</a:t>
            </a:r>
          </a:p>
          <a:p>
            <a:pPr>
              <a:defRPr sz="2000"/>
            </a:pPr>
            <a:r>
              <a:rPr dirty="0"/>
              <a:t>Encourage wider adoption through policy and tooling.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522"/>
    </mc:Choice>
    <mc:Fallback>
      <p:transition spd="slow" advTm="245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82</TotalTime>
  <Words>231</Words>
  <Application>Microsoft Office PowerPoint</Application>
  <PresentationFormat>On-screen Show (4:3)</PresentationFormat>
  <Paragraphs>36</Paragraphs>
  <Slides>6</Slides>
  <Notes>0</Notes>
  <HiddenSlides>0</HiddenSlides>
  <MMClips>6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Equity</vt:lpstr>
      <vt:lpstr>Incorporating Ethical Considerations into the SDLC</vt:lpstr>
      <vt:lpstr>Introduction</vt:lpstr>
      <vt:lpstr>Research Objectives &amp; Questions</vt:lpstr>
      <vt:lpstr>Research Methodology</vt:lpstr>
      <vt:lpstr>Findings &amp; Discussion</vt:lpstr>
      <vt:lpstr>Conclusion &amp; Future Scope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Incorporating Ethical Considerations into the SDLC</dc:title>
  <dc:creator>DELL</dc:creator>
  <dc:description>generated using python-pptx</dc:description>
  <cp:lastModifiedBy>DELL</cp:lastModifiedBy>
  <cp:revision>18</cp:revision>
  <dcterms:created xsi:type="dcterms:W3CDTF">2013-01-27T09:14:16Z</dcterms:created>
  <dcterms:modified xsi:type="dcterms:W3CDTF">2025-07-19T21:58:20Z</dcterms:modified>
</cp:coreProperties>
</file>